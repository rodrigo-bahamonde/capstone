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oleObject" PartName="/ppt/embeddings/oleObject3.bin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Poppins Light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jfIMEqnqX3g+itVxv3YG6VY81M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oppinsLight-bold.fntdata"/><Relationship Id="rId12" Type="http://schemas.openxmlformats.org/officeDocument/2006/relationships/font" Target="fonts/PoppinsLigh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Light-boldItalic.fntdata"/><Relationship Id="rId14" Type="http://schemas.openxmlformats.org/officeDocument/2006/relationships/font" Target="fonts/PoppinsLight-italic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3.v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vmlDrawing" Target="../drawings/vmlDrawing1.vml"/><Relationship Id="rId4" Type="http://schemas.openxmlformats.org/officeDocument/2006/relationships/image" Target="../media/image4.png"/><Relationship Id="rId5" Type="http://schemas.openxmlformats.org/officeDocument/2006/relationships/oleObject" Target="../embeddings/oleObject1.bin"/><Relationship Id="rId6" Type="http://schemas.openxmlformats.org/officeDocument/2006/relationships/oleObject" Target="../embeddings/oleObject1.bin"/><Relationship Id="rId7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vmlDrawing" Target="../drawings/vmlDrawing2.vml"/><Relationship Id="rId4" Type="http://schemas.openxmlformats.org/officeDocument/2006/relationships/image" Target="../media/image4.png"/><Relationship Id="rId5" Type="http://schemas.openxmlformats.org/officeDocument/2006/relationships/oleObject" Target="../embeddings/oleObject2.bin"/><Relationship Id="rId6" Type="http://schemas.openxmlformats.org/officeDocument/2006/relationships/oleObject" Target="../embeddings/oleObject2.bin"/><Relationship Id="rId7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vmlDrawing" Target="../drawings/vmlDrawing3.vml"/><Relationship Id="rId4" Type="http://schemas.openxmlformats.org/officeDocument/2006/relationships/image" Target="../media/image4.png"/><Relationship Id="rId5" Type="http://schemas.openxmlformats.org/officeDocument/2006/relationships/oleObject" Target="../embeddings/oleObject3.bin"/><Relationship Id="rId6" Type="http://schemas.openxmlformats.org/officeDocument/2006/relationships/oleObject" Target="../embeddings/oleObject3.bin"/><Relationship Id="rId7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13736274" y="7534319"/>
            <a:ext cx="6651032" cy="5505361"/>
            <a:chOff x="0" y="0"/>
            <a:chExt cx="1751712" cy="1449972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1751712" cy="1449972"/>
            </a:xfrm>
            <a:custGeom>
              <a:rect b="b" l="l" r="r" t="t"/>
              <a:pathLst>
                <a:path extrusionOk="0" h="1449972" w="1751712">
                  <a:moveTo>
                    <a:pt x="116402" y="0"/>
                  </a:moveTo>
                  <a:lnTo>
                    <a:pt x="1635310" y="0"/>
                  </a:lnTo>
                  <a:cubicBezTo>
                    <a:pt x="1666182" y="0"/>
                    <a:pt x="1695789" y="12264"/>
                    <a:pt x="1717619" y="34093"/>
                  </a:cubicBezTo>
                  <a:cubicBezTo>
                    <a:pt x="1739448" y="55923"/>
                    <a:pt x="1751712" y="85530"/>
                    <a:pt x="1751712" y="116402"/>
                  </a:cubicBezTo>
                  <a:lnTo>
                    <a:pt x="1751712" y="1333570"/>
                  </a:lnTo>
                  <a:cubicBezTo>
                    <a:pt x="1751712" y="1364442"/>
                    <a:pt x="1739448" y="1394049"/>
                    <a:pt x="1717619" y="1415878"/>
                  </a:cubicBezTo>
                  <a:cubicBezTo>
                    <a:pt x="1695789" y="1437708"/>
                    <a:pt x="1666182" y="1449972"/>
                    <a:pt x="1635310" y="1449972"/>
                  </a:cubicBezTo>
                  <a:lnTo>
                    <a:pt x="116402" y="1449972"/>
                  </a:lnTo>
                  <a:cubicBezTo>
                    <a:pt x="85530" y="1449972"/>
                    <a:pt x="55923" y="1437708"/>
                    <a:pt x="34093" y="1415878"/>
                  </a:cubicBezTo>
                  <a:cubicBezTo>
                    <a:pt x="12264" y="1394049"/>
                    <a:pt x="0" y="1364442"/>
                    <a:pt x="0" y="1333570"/>
                  </a:cubicBezTo>
                  <a:lnTo>
                    <a:pt x="0" y="116402"/>
                  </a:lnTo>
                  <a:cubicBezTo>
                    <a:pt x="0" y="85530"/>
                    <a:pt x="12264" y="55923"/>
                    <a:pt x="34093" y="34093"/>
                  </a:cubicBezTo>
                  <a:cubicBezTo>
                    <a:pt x="55923" y="12264"/>
                    <a:pt x="85530" y="0"/>
                    <a:pt x="116402" y="0"/>
                  </a:cubicBezTo>
                  <a:close/>
                </a:path>
              </a:pathLst>
            </a:custGeom>
            <a:solidFill>
              <a:srgbClr val="C00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9525"/>
              <a:ext cx="1751712" cy="14404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7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"/>
          <p:cNvGrpSpPr/>
          <p:nvPr/>
        </p:nvGrpSpPr>
        <p:grpSpPr>
          <a:xfrm>
            <a:off x="-2507834" y="-1591189"/>
            <a:ext cx="6651032" cy="5505361"/>
            <a:chOff x="0" y="0"/>
            <a:chExt cx="1751712" cy="1449972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1751712" cy="1449972"/>
            </a:xfrm>
            <a:custGeom>
              <a:rect b="b" l="l" r="r" t="t"/>
              <a:pathLst>
                <a:path extrusionOk="0" h="1449972" w="1751712">
                  <a:moveTo>
                    <a:pt x="116402" y="0"/>
                  </a:moveTo>
                  <a:lnTo>
                    <a:pt x="1635310" y="0"/>
                  </a:lnTo>
                  <a:cubicBezTo>
                    <a:pt x="1666182" y="0"/>
                    <a:pt x="1695789" y="12264"/>
                    <a:pt x="1717619" y="34093"/>
                  </a:cubicBezTo>
                  <a:cubicBezTo>
                    <a:pt x="1739448" y="55923"/>
                    <a:pt x="1751712" y="85530"/>
                    <a:pt x="1751712" y="116402"/>
                  </a:cubicBezTo>
                  <a:lnTo>
                    <a:pt x="1751712" y="1333570"/>
                  </a:lnTo>
                  <a:cubicBezTo>
                    <a:pt x="1751712" y="1364442"/>
                    <a:pt x="1739448" y="1394049"/>
                    <a:pt x="1717619" y="1415878"/>
                  </a:cubicBezTo>
                  <a:cubicBezTo>
                    <a:pt x="1695789" y="1437708"/>
                    <a:pt x="1666182" y="1449972"/>
                    <a:pt x="1635310" y="1449972"/>
                  </a:cubicBezTo>
                  <a:lnTo>
                    <a:pt x="116402" y="1449972"/>
                  </a:lnTo>
                  <a:cubicBezTo>
                    <a:pt x="85530" y="1449972"/>
                    <a:pt x="55923" y="1437708"/>
                    <a:pt x="34093" y="1415878"/>
                  </a:cubicBezTo>
                  <a:cubicBezTo>
                    <a:pt x="12264" y="1394049"/>
                    <a:pt x="0" y="1364442"/>
                    <a:pt x="0" y="1333570"/>
                  </a:cubicBezTo>
                  <a:lnTo>
                    <a:pt x="0" y="116402"/>
                  </a:lnTo>
                  <a:cubicBezTo>
                    <a:pt x="0" y="85530"/>
                    <a:pt x="12264" y="55923"/>
                    <a:pt x="34093" y="34093"/>
                  </a:cubicBezTo>
                  <a:cubicBezTo>
                    <a:pt x="55923" y="12264"/>
                    <a:pt x="85530" y="0"/>
                    <a:pt x="116402" y="0"/>
                  </a:cubicBezTo>
                  <a:close/>
                </a:path>
              </a:pathLst>
            </a:custGeom>
            <a:solidFill>
              <a:srgbClr val="C00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"/>
            <p:cNvSpPr txBox="1"/>
            <p:nvPr/>
          </p:nvSpPr>
          <p:spPr>
            <a:xfrm>
              <a:off x="0" y="9525"/>
              <a:ext cx="1751712" cy="14404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7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"/>
          <p:cNvGrpSpPr/>
          <p:nvPr/>
        </p:nvGrpSpPr>
        <p:grpSpPr>
          <a:xfrm>
            <a:off x="-2507834" y="6056364"/>
            <a:ext cx="3536534" cy="5505361"/>
            <a:chOff x="0" y="0"/>
            <a:chExt cx="931433" cy="1449972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931433" cy="1449972"/>
            </a:xfrm>
            <a:custGeom>
              <a:rect b="b" l="l" r="r" t="t"/>
              <a:pathLst>
                <a:path extrusionOk="0" h="1449972" w="931433">
                  <a:moveTo>
                    <a:pt x="218913" y="0"/>
                  </a:moveTo>
                  <a:lnTo>
                    <a:pt x="712520" y="0"/>
                  </a:lnTo>
                  <a:cubicBezTo>
                    <a:pt x="833422" y="0"/>
                    <a:pt x="931433" y="98011"/>
                    <a:pt x="931433" y="218913"/>
                  </a:cubicBezTo>
                  <a:lnTo>
                    <a:pt x="931433" y="1231059"/>
                  </a:lnTo>
                  <a:cubicBezTo>
                    <a:pt x="931433" y="1351961"/>
                    <a:pt x="833422" y="1449972"/>
                    <a:pt x="712520" y="1449972"/>
                  </a:cubicBezTo>
                  <a:lnTo>
                    <a:pt x="218913" y="1449972"/>
                  </a:lnTo>
                  <a:cubicBezTo>
                    <a:pt x="98011" y="1449972"/>
                    <a:pt x="0" y="1351961"/>
                    <a:pt x="0" y="1231059"/>
                  </a:cubicBezTo>
                  <a:lnTo>
                    <a:pt x="0" y="218913"/>
                  </a:lnTo>
                  <a:cubicBezTo>
                    <a:pt x="0" y="98011"/>
                    <a:pt x="98011" y="0"/>
                    <a:pt x="218913" y="0"/>
                  </a:cubicBezTo>
                  <a:close/>
                </a:path>
              </a:pathLst>
            </a:custGeom>
            <a:solidFill>
              <a:srgbClr val="C00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"/>
            <p:cNvSpPr txBox="1"/>
            <p:nvPr/>
          </p:nvSpPr>
          <p:spPr>
            <a:xfrm>
              <a:off x="0" y="9525"/>
              <a:ext cx="931433" cy="14404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7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1"/>
          <p:cNvGrpSpPr/>
          <p:nvPr/>
        </p:nvGrpSpPr>
        <p:grpSpPr>
          <a:xfrm>
            <a:off x="17158584" y="-1400269"/>
            <a:ext cx="3536534" cy="5505361"/>
            <a:chOff x="0" y="0"/>
            <a:chExt cx="931433" cy="1449972"/>
          </a:xfrm>
        </p:grpSpPr>
        <p:sp>
          <p:nvSpPr>
            <p:cNvPr id="94" name="Google Shape;94;p1"/>
            <p:cNvSpPr/>
            <p:nvPr/>
          </p:nvSpPr>
          <p:spPr>
            <a:xfrm>
              <a:off x="0" y="0"/>
              <a:ext cx="931433" cy="1449972"/>
            </a:xfrm>
            <a:custGeom>
              <a:rect b="b" l="l" r="r" t="t"/>
              <a:pathLst>
                <a:path extrusionOk="0" h="1449972" w="931433">
                  <a:moveTo>
                    <a:pt x="218913" y="0"/>
                  </a:moveTo>
                  <a:lnTo>
                    <a:pt x="712520" y="0"/>
                  </a:lnTo>
                  <a:cubicBezTo>
                    <a:pt x="833422" y="0"/>
                    <a:pt x="931433" y="98011"/>
                    <a:pt x="931433" y="218913"/>
                  </a:cubicBezTo>
                  <a:lnTo>
                    <a:pt x="931433" y="1231059"/>
                  </a:lnTo>
                  <a:cubicBezTo>
                    <a:pt x="931433" y="1351961"/>
                    <a:pt x="833422" y="1449972"/>
                    <a:pt x="712520" y="1449972"/>
                  </a:cubicBezTo>
                  <a:lnTo>
                    <a:pt x="218913" y="1449972"/>
                  </a:lnTo>
                  <a:cubicBezTo>
                    <a:pt x="98011" y="1449972"/>
                    <a:pt x="0" y="1351961"/>
                    <a:pt x="0" y="1231059"/>
                  </a:cubicBezTo>
                  <a:lnTo>
                    <a:pt x="0" y="218913"/>
                  </a:lnTo>
                  <a:cubicBezTo>
                    <a:pt x="0" y="98011"/>
                    <a:pt x="98011" y="0"/>
                    <a:pt x="218913" y="0"/>
                  </a:cubicBezTo>
                  <a:close/>
                </a:path>
              </a:pathLst>
            </a:custGeom>
            <a:solidFill>
              <a:srgbClr val="C00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"/>
            <p:cNvSpPr txBox="1"/>
            <p:nvPr/>
          </p:nvSpPr>
          <p:spPr>
            <a:xfrm>
              <a:off x="0" y="9525"/>
              <a:ext cx="931433" cy="14404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7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96;p1"/>
          <p:cNvGrpSpPr/>
          <p:nvPr/>
        </p:nvGrpSpPr>
        <p:grpSpPr>
          <a:xfrm>
            <a:off x="10758797" y="-686672"/>
            <a:ext cx="3536534" cy="1165939"/>
            <a:chOff x="0" y="0"/>
            <a:chExt cx="931433" cy="307079"/>
          </a:xfrm>
        </p:grpSpPr>
        <p:sp>
          <p:nvSpPr>
            <p:cNvPr id="97" name="Google Shape;97;p1"/>
            <p:cNvSpPr/>
            <p:nvPr/>
          </p:nvSpPr>
          <p:spPr>
            <a:xfrm>
              <a:off x="0" y="0"/>
              <a:ext cx="931433" cy="307079"/>
            </a:xfrm>
            <a:custGeom>
              <a:rect b="b" l="l" r="r" t="t"/>
              <a:pathLst>
                <a:path extrusionOk="0" h="307079" w="931433">
                  <a:moveTo>
                    <a:pt x="153539" y="0"/>
                  </a:moveTo>
                  <a:lnTo>
                    <a:pt x="777893" y="0"/>
                  </a:lnTo>
                  <a:cubicBezTo>
                    <a:pt x="818615" y="0"/>
                    <a:pt x="857668" y="16176"/>
                    <a:pt x="886462" y="44971"/>
                  </a:cubicBezTo>
                  <a:cubicBezTo>
                    <a:pt x="915256" y="73765"/>
                    <a:pt x="931433" y="112818"/>
                    <a:pt x="931433" y="153539"/>
                  </a:cubicBezTo>
                  <a:lnTo>
                    <a:pt x="931433" y="153539"/>
                  </a:lnTo>
                  <a:cubicBezTo>
                    <a:pt x="931433" y="194260"/>
                    <a:pt x="915256" y="233314"/>
                    <a:pt x="886462" y="262108"/>
                  </a:cubicBezTo>
                  <a:cubicBezTo>
                    <a:pt x="857668" y="290902"/>
                    <a:pt x="818615" y="307079"/>
                    <a:pt x="777893" y="307079"/>
                  </a:cubicBezTo>
                  <a:lnTo>
                    <a:pt x="153539" y="307079"/>
                  </a:lnTo>
                  <a:cubicBezTo>
                    <a:pt x="112818" y="307079"/>
                    <a:pt x="73765" y="290902"/>
                    <a:pt x="44971" y="262108"/>
                  </a:cubicBezTo>
                  <a:cubicBezTo>
                    <a:pt x="16176" y="233314"/>
                    <a:pt x="0" y="194260"/>
                    <a:pt x="0" y="153539"/>
                  </a:cubicBezTo>
                  <a:lnTo>
                    <a:pt x="0" y="153539"/>
                  </a:lnTo>
                  <a:cubicBezTo>
                    <a:pt x="0" y="112818"/>
                    <a:pt x="16176" y="73765"/>
                    <a:pt x="44971" y="44971"/>
                  </a:cubicBezTo>
                  <a:cubicBezTo>
                    <a:pt x="73765" y="16176"/>
                    <a:pt x="112818" y="0"/>
                    <a:pt x="153539" y="0"/>
                  </a:cubicBezTo>
                  <a:close/>
                </a:path>
              </a:pathLst>
            </a:custGeom>
            <a:solidFill>
              <a:srgbClr val="C00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0" y="9525"/>
              <a:ext cx="931433" cy="297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7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1"/>
          <p:cNvGrpSpPr/>
          <p:nvPr/>
        </p:nvGrpSpPr>
        <p:grpSpPr>
          <a:xfrm>
            <a:off x="3576161" y="9794545"/>
            <a:ext cx="3536534" cy="1346968"/>
            <a:chOff x="0" y="0"/>
            <a:chExt cx="931433" cy="354757"/>
          </a:xfrm>
        </p:grpSpPr>
        <p:sp>
          <p:nvSpPr>
            <p:cNvPr id="100" name="Google Shape;100;p1"/>
            <p:cNvSpPr/>
            <p:nvPr/>
          </p:nvSpPr>
          <p:spPr>
            <a:xfrm>
              <a:off x="0" y="0"/>
              <a:ext cx="931433" cy="354757"/>
            </a:xfrm>
            <a:custGeom>
              <a:rect b="b" l="l" r="r" t="t"/>
              <a:pathLst>
                <a:path extrusionOk="0" h="354757" w="931433">
                  <a:moveTo>
                    <a:pt x="177378" y="0"/>
                  </a:moveTo>
                  <a:lnTo>
                    <a:pt x="754054" y="0"/>
                  </a:lnTo>
                  <a:cubicBezTo>
                    <a:pt x="801098" y="0"/>
                    <a:pt x="846215" y="18688"/>
                    <a:pt x="879480" y="51953"/>
                  </a:cubicBezTo>
                  <a:cubicBezTo>
                    <a:pt x="912745" y="85218"/>
                    <a:pt x="931433" y="130335"/>
                    <a:pt x="931433" y="177378"/>
                  </a:cubicBezTo>
                  <a:lnTo>
                    <a:pt x="931433" y="177378"/>
                  </a:lnTo>
                  <a:cubicBezTo>
                    <a:pt x="931433" y="224422"/>
                    <a:pt x="912745" y="269539"/>
                    <a:pt x="879480" y="302804"/>
                  </a:cubicBezTo>
                  <a:cubicBezTo>
                    <a:pt x="846215" y="336069"/>
                    <a:pt x="801098" y="354757"/>
                    <a:pt x="754054" y="354757"/>
                  </a:cubicBezTo>
                  <a:lnTo>
                    <a:pt x="177378" y="354757"/>
                  </a:lnTo>
                  <a:cubicBezTo>
                    <a:pt x="130335" y="354757"/>
                    <a:pt x="85218" y="336069"/>
                    <a:pt x="51953" y="302804"/>
                  </a:cubicBezTo>
                  <a:cubicBezTo>
                    <a:pt x="18688" y="269539"/>
                    <a:pt x="0" y="224422"/>
                    <a:pt x="0" y="177378"/>
                  </a:cubicBezTo>
                  <a:lnTo>
                    <a:pt x="0" y="177378"/>
                  </a:lnTo>
                  <a:cubicBezTo>
                    <a:pt x="0" y="130335"/>
                    <a:pt x="18688" y="85218"/>
                    <a:pt x="51953" y="51953"/>
                  </a:cubicBezTo>
                  <a:cubicBezTo>
                    <a:pt x="85218" y="18688"/>
                    <a:pt x="130335" y="0"/>
                    <a:pt x="177378" y="0"/>
                  </a:cubicBezTo>
                  <a:close/>
                </a:path>
              </a:pathLst>
            </a:custGeom>
            <a:solidFill>
              <a:srgbClr val="C00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"/>
            <p:cNvSpPr txBox="1"/>
            <p:nvPr/>
          </p:nvSpPr>
          <p:spPr>
            <a:xfrm>
              <a:off x="0" y="9525"/>
              <a:ext cx="931433" cy="345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7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1"/>
          <p:cNvSpPr txBox="1"/>
          <p:nvPr/>
        </p:nvSpPr>
        <p:spPr>
          <a:xfrm>
            <a:off x="3983203" y="961466"/>
            <a:ext cx="12408498" cy="43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74" u="none" cap="none" strike="noStrike">
                <a:solidFill>
                  <a:srgbClr val="280206"/>
                </a:solidFill>
                <a:latin typeface="Ultra"/>
                <a:ea typeface="Ultra"/>
                <a:cs typeface="Ultra"/>
                <a:sym typeface="Ultra"/>
              </a:rPr>
              <a:t>SISTEMA TERRITORIAL COMUNITARIO (SITECOM)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6627136" y="5296166"/>
            <a:ext cx="7269291" cy="497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16" u="none" cap="none" strike="noStrike">
                <a:solidFill>
                  <a:srgbClr val="280206"/>
                </a:solidFill>
                <a:latin typeface="Poppins Light"/>
                <a:ea typeface="Poppins Light"/>
                <a:cs typeface="Poppins Light"/>
                <a:sym typeface="Poppins Light"/>
              </a:rPr>
              <a:t>Avance Semanal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6770553" y="5891163"/>
            <a:ext cx="7269291" cy="497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16" u="none" cap="none" strike="noStrike">
                <a:solidFill>
                  <a:srgbClr val="280206"/>
                </a:solidFill>
                <a:latin typeface="Poppins Light"/>
                <a:ea typeface="Poppins Light"/>
                <a:cs typeface="Poppins Light"/>
                <a:sym typeface="Poppins Light"/>
              </a:rPr>
              <a:t>Semana 5</a:t>
            </a:r>
            <a:endParaRPr/>
          </a:p>
        </p:txBody>
      </p:sp>
      <p:sp>
        <p:nvSpPr>
          <p:cNvPr id="105" name="Google Shape;105;p1"/>
          <p:cNvSpPr txBox="1"/>
          <p:nvPr/>
        </p:nvSpPr>
        <p:spPr>
          <a:xfrm>
            <a:off x="3822848" y="7283604"/>
            <a:ext cx="7269291" cy="1417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16" u="none" cap="none" strike="noStrike">
                <a:solidFill>
                  <a:srgbClr val="280206"/>
                </a:solidFill>
                <a:latin typeface="Poppins Light"/>
                <a:ea typeface="Poppins Light"/>
                <a:cs typeface="Poppins Light"/>
                <a:sym typeface="Poppins Light"/>
              </a:rPr>
              <a:t>Francisco Bravo</a:t>
            </a:r>
            <a:endParaRPr/>
          </a:p>
          <a:p>
            <a:pPr indent="0" lvl="0" marL="0" marR="0" rtl="0" algn="l">
              <a:lnSpc>
                <a:spcPct val="108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16" u="none" cap="none" strike="noStrike">
                <a:solidFill>
                  <a:srgbClr val="280206"/>
                </a:solidFill>
                <a:latin typeface="Poppins Light"/>
                <a:ea typeface="Poppins Light"/>
                <a:cs typeface="Poppins Light"/>
                <a:sym typeface="Poppins Light"/>
              </a:rPr>
              <a:t>Rodrigo Bahamonde</a:t>
            </a:r>
            <a:endParaRPr/>
          </a:p>
          <a:p>
            <a:pPr indent="0" lvl="0" marL="0" marR="0" rtl="0" algn="l">
              <a:lnSpc>
                <a:spcPct val="108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16" u="none" cap="none" strike="noStrike">
                <a:solidFill>
                  <a:srgbClr val="280206"/>
                </a:solidFill>
                <a:latin typeface="Poppins Light"/>
                <a:ea typeface="Poppins Light"/>
                <a:cs typeface="Poppins Light"/>
                <a:sym typeface="Poppins Light"/>
              </a:rPr>
              <a:t>Martin Hernández</a:t>
            </a:r>
            <a:endParaRPr/>
          </a:p>
        </p:txBody>
      </p:sp>
      <p:sp>
        <p:nvSpPr>
          <p:cNvPr id="106" name="Google Shape;106;p1"/>
          <p:cNvSpPr txBox="1"/>
          <p:nvPr/>
        </p:nvSpPr>
        <p:spPr>
          <a:xfrm>
            <a:off x="569590" y="7283604"/>
            <a:ext cx="3713156" cy="497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16" u="none" cap="none" strike="noStrike">
                <a:solidFill>
                  <a:srgbClr val="280206"/>
                </a:solidFill>
                <a:latin typeface="Poppins Light"/>
                <a:ea typeface="Poppins Light"/>
                <a:cs typeface="Poppins Light"/>
                <a:sym typeface="Poppins Light"/>
              </a:rPr>
              <a:t>Integrantes: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/>
          <p:nvPr/>
        </p:nvSpPr>
        <p:spPr>
          <a:xfrm>
            <a:off x="1308340" y="3027684"/>
            <a:ext cx="7856043" cy="500823"/>
          </a:xfrm>
          <a:custGeom>
            <a:rect b="b" l="l" r="r" t="t"/>
            <a:pathLst>
              <a:path extrusionOk="0" h="160302" w="2514545">
                <a:moveTo>
                  <a:pt x="0" y="0"/>
                </a:moveTo>
                <a:lnTo>
                  <a:pt x="2514545" y="0"/>
                </a:lnTo>
                <a:lnTo>
                  <a:pt x="2514545" y="160302"/>
                </a:lnTo>
                <a:lnTo>
                  <a:pt x="0" y="16030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2"/>
          <p:cNvSpPr/>
          <p:nvPr/>
        </p:nvSpPr>
        <p:spPr>
          <a:xfrm>
            <a:off x="3750644" y="5171502"/>
            <a:ext cx="7856043" cy="500823"/>
          </a:xfrm>
          <a:custGeom>
            <a:rect b="b" l="l" r="r" t="t"/>
            <a:pathLst>
              <a:path extrusionOk="0" h="160302" w="2514545">
                <a:moveTo>
                  <a:pt x="0" y="0"/>
                </a:moveTo>
                <a:lnTo>
                  <a:pt x="2514545" y="0"/>
                </a:lnTo>
                <a:lnTo>
                  <a:pt x="2514545" y="160302"/>
                </a:lnTo>
                <a:lnTo>
                  <a:pt x="0" y="16030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2"/>
          <p:cNvSpPr/>
          <p:nvPr/>
        </p:nvSpPr>
        <p:spPr>
          <a:xfrm>
            <a:off x="6425799" y="7213245"/>
            <a:ext cx="7856043" cy="500823"/>
          </a:xfrm>
          <a:custGeom>
            <a:rect b="b" l="l" r="r" t="t"/>
            <a:pathLst>
              <a:path extrusionOk="0" h="160302" w="2514545">
                <a:moveTo>
                  <a:pt x="0" y="0"/>
                </a:moveTo>
                <a:lnTo>
                  <a:pt x="2514545" y="0"/>
                </a:lnTo>
                <a:lnTo>
                  <a:pt x="2514545" y="160302"/>
                </a:lnTo>
                <a:lnTo>
                  <a:pt x="0" y="16030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2"/>
          <p:cNvSpPr/>
          <p:nvPr/>
        </p:nvSpPr>
        <p:spPr>
          <a:xfrm>
            <a:off x="9072803" y="9254987"/>
            <a:ext cx="7856043" cy="500823"/>
          </a:xfrm>
          <a:custGeom>
            <a:rect b="b" l="l" r="r" t="t"/>
            <a:pathLst>
              <a:path extrusionOk="0" h="160302" w="2514545">
                <a:moveTo>
                  <a:pt x="0" y="0"/>
                </a:moveTo>
                <a:lnTo>
                  <a:pt x="2514545" y="0"/>
                </a:lnTo>
                <a:lnTo>
                  <a:pt x="2514545" y="160302"/>
                </a:lnTo>
                <a:lnTo>
                  <a:pt x="0" y="16030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15" name="Google Shape;115;p2"/>
          <p:cNvCxnSpPr/>
          <p:nvPr/>
        </p:nvCxnSpPr>
        <p:spPr>
          <a:xfrm>
            <a:off x="-2087781" y="2281735"/>
            <a:ext cx="4175563" cy="0"/>
          </a:xfrm>
          <a:prstGeom prst="straightConnector1">
            <a:avLst/>
          </a:prstGeom>
          <a:noFill/>
          <a:ln cap="flat" cmpd="sng" w="38100">
            <a:solidFill>
              <a:srgbClr val="C00C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2"/>
          <p:cNvCxnSpPr/>
          <p:nvPr/>
        </p:nvCxnSpPr>
        <p:spPr>
          <a:xfrm>
            <a:off x="-238803" y="4504715"/>
            <a:ext cx="4175563" cy="0"/>
          </a:xfrm>
          <a:prstGeom prst="straightConnector1">
            <a:avLst/>
          </a:prstGeom>
          <a:noFill/>
          <a:ln cap="flat" cmpd="sng" w="38100">
            <a:solidFill>
              <a:srgbClr val="C00C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2"/>
          <p:cNvCxnSpPr/>
          <p:nvPr/>
        </p:nvCxnSpPr>
        <p:spPr>
          <a:xfrm>
            <a:off x="-238803" y="6546457"/>
            <a:ext cx="6664602" cy="0"/>
          </a:xfrm>
          <a:prstGeom prst="straightConnector1">
            <a:avLst/>
          </a:prstGeom>
          <a:noFill/>
          <a:ln cap="flat" cmpd="sng" w="38100">
            <a:solidFill>
              <a:srgbClr val="C00C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2"/>
          <p:cNvCxnSpPr/>
          <p:nvPr/>
        </p:nvCxnSpPr>
        <p:spPr>
          <a:xfrm>
            <a:off x="-238803" y="8501780"/>
            <a:ext cx="10050898" cy="0"/>
          </a:xfrm>
          <a:prstGeom prst="straightConnector1">
            <a:avLst/>
          </a:prstGeom>
          <a:noFill/>
          <a:ln cap="flat" cmpd="sng" w="38100">
            <a:solidFill>
              <a:srgbClr val="C00C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9" name="Google Shape;119;p2"/>
          <p:cNvGrpSpPr/>
          <p:nvPr/>
        </p:nvGrpSpPr>
        <p:grpSpPr>
          <a:xfrm>
            <a:off x="1028700" y="1384688"/>
            <a:ext cx="8466137" cy="1803618"/>
            <a:chOff x="0" y="0"/>
            <a:chExt cx="2229765" cy="475027"/>
          </a:xfrm>
        </p:grpSpPr>
        <p:sp>
          <p:nvSpPr>
            <p:cNvPr id="120" name="Google Shape;120;p2"/>
            <p:cNvSpPr/>
            <p:nvPr/>
          </p:nvSpPr>
          <p:spPr>
            <a:xfrm>
              <a:off x="0" y="0"/>
              <a:ext cx="2229764" cy="475027"/>
            </a:xfrm>
            <a:custGeom>
              <a:rect b="b" l="l" r="r" t="t"/>
              <a:pathLst>
                <a:path extrusionOk="0" h="475027" w="2229764">
                  <a:moveTo>
                    <a:pt x="45723" y="0"/>
                  </a:moveTo>
                  <a:lnTo>
                    <a:pt x="2184042" y="0"/>
                  </a:lnTo>
                  <a:cubicBezTo>
                    <a:pt x="2196168" y="0"/>
                    <a:pt x="2207798" y="4817"/>
                    <a:pt x="2216373" y="13392"/>
                  </a:cubicBezTo>
                  <a:cubicBezTo>
                    <a:pt x="2224947" y="21967"/>
                    <a:pt x="2229764" y="33596"/>
                    <a:pt x="2229764" y="45723"/>
                  </a:cubicBezTo>
                  <a:lnTo>
                    <a:pt x="2229764" y="429304"/>
                  </a:lnTo>
                  <a:cubicBezTo>
                    <a:pt x="2229764" y="454556"/>
                    <a:pt x="2209294" y="475027"/>
                    <a:pt x="2184042" y="475027"/>
                  </a:cubicBezTo>
                  <a:lnTo>
                    <a:pt x="45723" y="475027"/>
                  </a:lnTo>
                  <a:cubicBezTo>
                    <a:pt x="20471" y="475027"/>
                    <a:pt x="0" y="454556"/>
                    <a:pt x="0" y="429304"/>
                  </a:cubicBezTo>
                  <a:lnTo>
                    <a:pt x="0" y="45723"/>
                  </a:lnTo>
                  <a:cubicBezTo>
                    <a:pt x="0" y="20471"/>
                    <a:pt x="20471" y="0"/>
                    <a:pt x="45723" y="0"/>
                  </a:cubicBezTo>
                  <a:close/>
                </a:path>
              </a:pathLst>
            </a:custGeom>
            <a:solidFill>
              <a:srgbClr val="C00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"/>
            <p:cNvSpPr txBox="1"/>
            <p:nvPr/>
          </p:nvSpPr>
          <p:spPr>
            <a:xfrm>
              <a:off x="0" y="9525"/>
              <a:ext cx="2229765" cy="4655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7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2"/>
          <p:cNvGrpSpPr/>
          <p:nvPr/>
        </p:nvGrpSpPr>
        <p:grpSpPr>
          <a:xfrm>
            <a:off x="3471004" y="3528506"/>
            <a:ext cx="8466137" cy="1803618"/>
            <a:chOff x="0" y="0"/>
            <a:chExt cx="2229765" cy="475027"/>
          </a:xfrm>
        </p:grpSpPr>
        <p:sp>
          <p:nvSpPr>
            <p:cNvPr id="123" name="Google Shape;123;p2"/>
            <p:cNvSpPr/>
            <p:nvPr/>
          </p:nvSpPr>
          <p:spPr>
            <a:xfrm>
              <a:off x="0" y="0"/>
              <a:ext cx="2229764" cy="475027"/>
            </a:xfrm>
            <a:custGeom>
              <a:rect b="b" l="l" r="r" t="t"/>
              <a:pathLst>
                <a:path extrusionOk="0" h="475027" w="2229764">
                  <a:moveTo>
                    <a:pt x="45723" y="0"/>
                  </a:moveTo>
                  <a:lnTo>
                    <a:pt x="2184042" y="0"/>
                  </a:lnTo>
                  <a:cubicBezTo>
                    <a:pt x="2196168" y="0"/>
                    <a:pt x="2207798" y="4817"/>
                    <a:pt x="2216373" y="13392"/>
                  </a:cubicBezTo>
                  <a:cubicBezTo>
                    <a:pt x="2224947" y="21967"/>
                    <a:pt x="2229764" y="33596"/>
                    <a:pt x="2229764" y="45723"/>
                  </a:cubicBezTo>
                  <a:lnTo>
                    <a:pt x="2229764" y="429304"/>
                  </a:lnTo>
                  <a:cubicBezTo>
                    <a:pt x="2229764" y="454556"/>
                    <a:pt x="2209294" y="475027"/>
                    <a:pt x="2184042" y="475027"/>
                  </a:cubicBezTo>
                  <a:lnTo>
                    <a:pt x="45723" y="475027"/>
                  </a:lnTo>
                  <a:cubicBezTo>
                    <a:pt x="20471" y="475027"/>
                    <a:pt x="0" y="454556"/>
                    <a:pt x="0" y="429304"/>
                  </a:cubicBezTo>
                  <a:lnTo>
                    <a:pt x="0" y="45723"/>
                  </a:lnTo>
                  <a:cubicBezTo>
                    <a:pt x="0" y="20471"/>
                    <a:pt x="20471" y="0"/>
                    <a:pt x="45723" y="0"/>
                  </a:cubicBezTo>
                  <a:close/>
                </a:path>
              </a:pathLst>
            </a:custGeom>
            <a:solidFill>
              <a:srgbClr val="C00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"/>
            <p:cNvSpPr txBox="1"/>
            <p:nvPr/>
          </p:nvSpPr>
          <p:spPr>
            <a:xfrm>
              <a:off x="0" y="9525"/>
              <a:ext cx="2229765" cy="4655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7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2"/>
          <p:cNvGrpSpPr/>
          <p:nvPr/>
        </p:nvGrpSpPr>
        <p:grpSpPr>
          <a:xfrm>
            <a:off x="6146160" y="5570249"/>
            <a:ext cx="8466137" cy="1803618"/>
            <a:chOff x="0" y="0"/>
            <a:chExt cx="2229765" cy="475027"/>
          </a:xfrm>
        </p:grpSpPr>
        <p:sp>
          <p:nvSpPr>
            <p:cNvPr id="126" name="Google Shape;126;p2"/>
            <p:cNvSpPr/>
            <p:nvPr/>
          </p:nvSpPr>
          <p:spPr>
            <a:xfrm>
              <a:off x="0" y="0"/>
              <a:ext cx="2229764" cy="475027"/>
            </a:xfrm>
            <a:custGeom>
              <a:rect b="b" l="l" r="r" t="t"/>
              <a:pathLst>
                <a:path extrusionOk="0" h="475027" w="2229764">
                  <a:moveTo>
                    <a:pt x="45723" y="0"/>
                  </a:moveTo>
                  <a:lnTo>
                    <a:pt x="2184042" y="0"/>
                  </a:lnTo>
                  <a:cubicBezTo>
                    <a:pt x="2196168" y="0"/>
                    <a:pt x="2207798" y="4817"/>
                    <a:pt x="2216373" y="13392"/>
                  </a:cubicBezTo>
                  <a:cubicBezTo>
                    <a:pt x="2224947" y="21967"/>
                    <a:pt x="2229764" y="33596"/>
                    <a:pt x="2229764" y="45723"/>
                  </a:cubicBezTo>
                  <a:lnTo>
                    <a:pt x="2229764" y="429304"/>
                  </a:lnTo>
                  <a:cubicBezTo>
                    <a:pt x="2229764" y="454556"/>
                    <a:pt x="2209294" y="475027"/>
                    <a:pt x="2184042" y="475027"/>
                  </a:cubicBezTo>
                  <a:lnTo>
                    <a:pt x="45723" y="475027"/>
                  </a:lnTo>
                  <a:cubicBezTo>
                    <a:pt x="20471" y="475027"/>
                    <a:pt x="0" y="454556"/>
                    <a:pt x="0" y="429304"/>
                  </a:cubicBezTo>
                  <a:lnTo>
                    <a:pt x="0" y="45723"/>
                  </a:lnTo>
                  <a:cubicBezTo>
                    <a:pt x="0" y="20471"/>
                    <a:pt x="20471" y="0"/>
                    <a:pt x="45723" y="0"/>
                  </a:cubicBezTo>
                  <a:close/>
                </a:path>
              </a:pathLst>
            </a:custGeom>
            <a:solidFill>
              <a:srgbClr val="C00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"/>
            <p:cNvSpPr txBox="1"/>
            <p:nvPr/>
          </p:nvSpPr>
          <p:spPr>
            <a:xfrm>
              <a:off x="0" y="9525"/>
              <a:ext cx="2229765" cy="4655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7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" name="Google Shape;128;p2"/>
          <p:cNvGrpSpPr/>
          <p:nvPr/>
        </p:nvGrpSpPr>
        <p:grpSpPr>
          <a:xfrm>
            <a:off x="8793163" y="7611992"/>
            <a:ext cx="8466137" cy="1803618"/>
            <a:chOff x="0" y="0"/>
            <a:chExt cx="2229765" cy="475027"/>
          </a:xfrm>
        </p:grpSpPr>
        <p:sp>
          <p:nvSpPr>
            <p:cNvPr id="129" name="Google Shape;129;p2"/>
            <p:cNvSpPr/>
            <p:nvPr/>
          </p:nvSpPr>
          <p:spPr>
            <a:xfrm>
              <a:off x="0" y="0"/>
              <a:ext cx="2229764" cy="475027"/>
            </a:xfrm>
            <a:custGeom>
              <a:rect b="b" l="l" r="r" t="t"/>
              <a:pathLst>
                <a:path extrusionOk="0" h="475027" w="2229764">
                  <a:moveTo>
                    <a:pt x="45723" y="0"/>
                  </a:moveTo>
                  <a:lnTo>
                    <a:pt x="2184042" y="0"/>
                  </a:lnTo>
                  <a:cubicBezTo>
                    <a:pt x="2196168" y="0"/>
                    <a:pt x="2207798" y="4817"/>
                    <a:pt x="2216373" y="13392"/>
                  </a:cubicBezTo>
                  <a:cubicBezTo>
                    <a:pt x="2224947" y="21967"/>
                    <a:pt x="2229764" y="33596"/>
                    <a:pt x="2229764" y="45723"/>
                  </a:cubicBezTo>
                  <a:lnTo>
                    <a:pt x="2229764" y="429304"/>
                  </a:lnTo>
                  <a:cubicBezTo>
                    <a:pt x="2229764" y="454556"/>
                    <a:pt x="2209294" y="475027"/>
                    <a:pt x="2184042" y="475027"/>
                  </a:cubicBezTo>
                  <a:lnTo>
                    <a:pt x="45723" y="475027"/>
                  </a:lnTo>
                  <a:cubicBezTo>
                    <a:pt x="20471" y="475027"/>
                    <a:pt x="0" y="454556"/>
                    <a:pt x="0" y="429304"/>
                  </a:cubicBezTo>
                  <a:lnTo>
                    <a:pt x="0" y="45723"/>
                  </a:lnTo>
                  <a:cubicBezTo>
                    <a:pt x="0" y="20471"/>
                    <a:pt x="20471" y="0"/>
                    <a:pt x="45723" y="0"/>
                  </a:cubicBezTo>
                  <a:close/>
                </a:path>
              </a:pathLst>
            </a:custGeom>
            <a:solidFill>
              <a:srgbClr val="C00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"/>
            <p:cNvSpPr txBox="1"/>
            <p:nvPr/>
          </p:nvSpPr>
          <p:spPr>
            <a:xfrm>
              <a:off x="0" y="9525"/>
              <a:ext cx="2229765" cy="4655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7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1" name="Google Shape;131;p2"/>
          <p:cNvSpPr txBox="1"/>
          <p:nvPr/>
        </p:nvSpPr>
        <p:spPr>
          <a:xfrm>
            <a:off x="1608756" y="1427409"/>
            <a:ext cx="152953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4051060" y="3571228"/>
            <a:ext cx="152953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6726216" y="5612970"/>
            <a:ext cx="152953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9373219" y="7654713"/>
            <a:ext cx="152953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3248498" y="1712538"/>
            <a:ext cx="5364757" cy="1076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0F0F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Compromisos sesión anterior</a:t>
            </a:r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5683579" y="4035679"/>
            <a:ext cx="536475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0F0F0"/>
                </a:solidFill>
                <a:latin typeface="Poppins Light"/>
                <a:ea typeface="Poppins Light"/>
                <a:cs typeface="Poppins Light"/>
                <a:sym typeface="Poppins Light"/>
              </a:rPr>
              <a:t>Estado Avance General</a:t>
            </a:r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8365958" y="5898099"/>
            <a:ext cx="536475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0F0F0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Proximos Pasos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11012961" y="7939842"/>
            <a:ext cx="536475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0F0F0"/>
                </a:solidFill>
                <a:latin typeface="Poppins Light"/>
                <a:ea typeface="Poppins Light"/>
                <a:cs typeface="Poppins Light"/>
                <a:sym typeface="Poppins Light"/>
              </a:rPr>
              <a:t>Principales Riesgos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3"/>
          <p:cNvGrpSpPr/>
          <p:nvPr/>
        </p:nvGrpSpPr>
        <p:grpSpPr>
          <a:xfrm>
            <a:off x="2629093" y="-479167"/>
            <a:ext cx="13029814" cy="3015734"/>
            <a:chOff x="0" y="0"/>
            <a:chExt cx="17373086" cy="4020979"/>
          </a:xfrm>
        </p:grpSpPr>
        <p:sp>
          <p:nvSpPr>
            <p:cNvPr id="144" name="Google Shape;144;p3"/>
            <p:cNvSpPr/>
            <p:nvPr/>
          </p:nvSpPr>
          <p:spPr>
            <a:xfrm>
              <a:off x="268906" y="2947730"/>
              <a:ext cx="16835274" cy="1073249"/>
            </a:xfrm>
            <a:custGeom>
              <a:rect b="b" l="l" r="r" t="t"/>
              <a:pathLst>
                <a:path extrusionOk="0" h="160302" w="2514545">
                  <a:moveTo>
                    <a:pt x="0" y="0"/>
                  </a:moveTo>
                  <a:lnTo>
                    <a:pt x="2514545" y="0"/>
                  </a:lnTo>
                  <a:lnTo>
                    <a:pt x="2514545" y="160302"/>
                  </a:lnTo>
                  <a:lnTo>
                    <a:pt x="0" y="160302"/>
                  </a:lnTo>
                  <a:close/>
                </a:path>
              </a:pathLst>
            </a:custGeom>
            <a:blipFill rotWithShape="1">
              <a:blip r:embed="rId4">
                <a:alphaModFix amt="60000"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145" name="Google Shape;145;p3"/>
            <p:cNvGrpSpPr/>
            <p:nvPr/>
          </p:nvGrpSpPr>
          <p:grpSpPr>
            <a:xfrm>
              <a:off x="0" y="0"/>
              <a:ext cx="17373086" cy="3237167"/>
              <a:chOff x="0" y="0"/>
              <a:chExt cx="3431721" cy="639440"/>
            </a:xfrm>
          </p:grpSpPr>
          <p:sp>
            <p:nvSpPr>
              <p:cNvPr id="146" name="Google Shape;146;p3"/>
              <p:cNvSpPr/>
              <p:nvPr/>
            </p:nvSpPr>
            <p:spPr>
              <a:xfrm>
                <a:off x="0" y="0"/>
                <a:ext cx="3431721" cy="639440"/>
              </a:xfrm>
              <a:custGeom>
                <a:rect b="b" l="l" r="r" t="t"/>
                <a:pathLst>
                  <a:path extrusionOk="0" h="639440" w="3431721">
                    <a:moveTo>
                      <a:pt x="21390" y="0"/>
                    </a:moveTo>
                    <a:lnTo>
                      <a:pt x="3410331" y="0"/>
                    </a:lnTo>
                    <a:cubicBezTo>
                      <a:pt x="3416004" y="0"/>
                      <a:pt x="3421444" y="2254"/>
                      <a:pt x="3425456" y="6265"/>
                    </a:cubicBezTo>
                    <a:cubicBezTo>
                      <a:pt x="3429467" y="10276"/>
                      <a:pt x="3431721" y="15717"/>
                      <a:pt x="3431721" y="21390"/>
                    </a:cubicBezTo>
                    <a:lnTo>
                      <a:pt x="3431721" y="618050"/>
                    </a:lnTo>
                    <a:cubicBezTo>
                      <a:pt x="3431721" y="623723"/>
                      <a:pt x="3429467" y="629164"/>
                      <a:pt x="3425456" y="633175"/>
                    </a:cubicBezTo>
                    <a:cubicBezTo>
                      <a:pt x="3421444" y="637187"/>
                      <a:pt x="3416004" y="639440"/>
                      <a:pt x="3410331" y="639440"/>
                    </a:cubicBezTo>
                    <a:lnTo>
                      <a:pt x="21390" y="639440"/>
                    </a:lnTo>
                    <a:cubicBezTo>
                      <a:pt x="15717" y="639440"/>
                      <a:pt x="10276" y="637187"/>
                      <a:pt x="6265" y="633175"/>
                    </a:cubicBezTo>
                    <a:cubicBezTo>
                      <a:pt x="2254" y="629164"/>
                      <a:pt x="0" y="623723"/>
                      <a:pt x="0" y="618050"/>
                    </a:cubicBezTo>
                    <a:lnTo>
                      <a:pt x="0" y="21390"/>
                    </a:lnTo>
                    <a:cubicBezTo>
                      <a:pt x="0" y="15717"/>
                      <a:pt x="2254" y="10276"/>
                      <a:pt x="6265" y="6265"/>
                    </a:cubicBezTo>
                    <a:cubicBezTo>
                      <a:pt x="10276" y="2254"/>
                      <a:pt x="15717" y="0"/>
                      <a:pt x="21390" y="0"/>
                    </a:cubicBezTo>
                    <a:close/>
                  </a:path>
                </a:pathLst>
              </a:custGeom>
              <a:solidFill>
                <a:srgbClr val="C00C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3"/>
              <p:cNvSpPr txBox="1"/>
              <p:nvPr/>
            </p:nvSpPr>
            <p:spPr>
              <a:xfrm>
                <a:off x="0" y="9525"/>
                <a:ext cx="3431721" cy="629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71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8" name="Google Shape;148;p3"/>
          <p:cNvSpPr txBox="1"/>
          <p:nvPr/>
        </p:nvSpPr>
        <p:spPr>
          <a:xfrm>
            <a:off x="3896696" y="707388"/>
            <a:ext cx="10494608" cy="663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1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84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COMPROMISOS SESION ANTERIOR</a:t>
            </a:r>
            <a:endParaRPr/>
          </a:p>
        </p:txBody>
      </p:sp>
      <p:grpSp>
        <p:nvGrpSpPr>
          <p:cNvPr id="149" name="Google Shape;149;p3"/>
          <p:cNvGrpSpPr/>
          <p:nvPr/>
        </p:nvGrpSpPr>
        <p:grpSpPr>
          <a:xfrm>
            <a:off x="-657402" y="10057534"/>
            <a:ext cx="19602803" cy="229466"/>
            <a:chOff x="0" y="0"/>
            <a:chExt cx="5162878" cy="60436"/>
          </a:xfrm>
        </p:grpSpPr>
        <p:sp>
          <p:nvSpPr>
            <p:cNvPr id="150" name="Google Shape;150;p3"/>
            <p:cNvSpPr/>
            <p:nvPr/>
          </p:nvSpPr>
          <p:spPr>
            <a:xfrm>
              <a:off x="0" y="0"/>
              <a:ext cx="5162878" cy="60436"/>
            </a:xfrm>
            <a:custGeom>
              <a:rect b="b" l="l" r="r" t="t"/>
              <a:pathLst>
                <a:path extrusionOk="0" h="60436" w="5162878">
                  <a:moveTo>
                    <a:pt x="0" y="0"/>
                  </a:moveTo>
                  <a:lnTo>
                    <a:pt x="5162878" y="0"/>
                  </a:lnTo>
                  <a:lnTo>
                    <a:pt x="5162878" y="60436"/>
                  </a:lnTo>
                  <a:lnTo>
                    <a:pt x="0" y="60436"/>
                  </a:lnTo>
                  <a:close/>
                </a:path>
              </a:pathLst>
            </a:custGeom>
            <a:solidFill>
              <a:srgbClr val="C00C00"/>
            </a:solidFill>
            <a:ln>
              <a:noFill/>
            </a:ln>
          </p:spPr>
        </p:sp>
        <p:sp>
          <p:nvSpPr>
            <p:cNvPr id="151" name="Google Shape;151;p3"/>
            <p:cNvSpPr txBox="1"/>
            <p:nvPr/>
          </p:nvSpPr>
          <p:spPr>
            <a:xfrm>
              <a:off x="0" y="9525"/>
              <a:ext cx="5162878" cy="50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7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52" name="Google Shape;152;p3"/>
          <p:cNvGraphicFramePr/>
          <p:nvPr/>
        </p:nvGraphicFramePr>
        <p:xfrm>
          <a:off x="636055" y="3062596"/>
          <a:ext cx="16954044" cy="4324927"/>
        </p:xfrm>
        <a:graphic>
          <a:graphicData uri="http://schemas.openxmlformats.org/presentationml/2006/ole">
            <mc:AlternateContent>
              <mc:Choice Requires="v">
                <p:oleObj r:id="rId5" imgH="4324927" imgW="16954044" progId="Excel.Sheet.12" spid="_x0000_s1">
                  <p:embed/>
                </p:oleObj>
              </mc:Choice>
              <mc:Fallback>
                <p:oleObj r:id="rId6" imgH="4324927" imgW="16954044" progId="Excel.Sheet.12">
                  <p:embed/>
                  <p:pic>
                    <p:nvPicPr>
                      <p:cNvPr id="152" name="Google Shape;152;p3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36055" y="3062596"/>
                        <a:ext cx="16954044" cy="43249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4"/>
          <p:cNvGrpSpPr/>
          <p:nvPr/>
        </p:nvGrpSpPr>
        <p:grpSpPr>
          <a:xfrm>
            <a:off x="2629093" y="-479167"/>
            <a:ext cx="13029814" cy="3015734"/>
            <a:chOff x="0" y="0"/>
            <a:chExt cx="17373086" cy="4020979"/>
          </a:xfrm>
        </p:grpSpPr>
        <p:sp>
          <p:nvSpPr>
            <p:cNvPr id="158" name="Google Shape;158;p4"/>
            <p:cNvSpPr/>
            <p:nvPr/>
          </p:nvSpPr>
          <p:spPr>
            <a:xfrm>
              <a:off x="268906" y="2947730"/>
              <a:ext cx="16835274" cy="1073249"/>
            </a:xfrm>
            <a:custGeom>
              <a:rect b="b" l="l" r="r" t="t"/>
              <a:pathLst>
                <a:path extrusionOk="0" h="160302" w="2514545">
                  <a:moveTo>
                    <a:pt x="0" y="0"/>
                  </a:moveTo>
                  <a:lnTo>
                    <a:pt x="2514545" y="0"/>
                  </a:lnTo>
                  <a:lnTo>
                    <a:pt x="2514545" y="160302"/>
                  </a:lnTo>
                  <a:lnTo>
                    <a:pt x="0" y="160302"/>
                  </a:lnTo>
                  <a:close/>
                </a:path>
              </a:pathLst>
            </a:custGeom>
            <a:blipFill rotWithShape="1">
              <a:blip r:embed="rId3">
                <a:alphaModFix amt="60000"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159" name="Google Shape;159;p4"/>
            <p:cNvGrpSpPr/>
            <p:nvPr/>
          </p:nvGrpSpPr>
          <p:grpSpPr>
            <a:xfrm>
              <a:off x="0" y="0"/>
              <a:ext cx="17373086" cy="3237167"/>
              <a:chOff x="0" y="0"/>
              <a:chExt cx="3431721" cy="639440"/>
            </a:xfrm>
          </p:grpSpPr>
          <p:sp>
            <p:nvSpPr>
              <p:cNvPr id="160" name="Google Shape;160;p4"/>
              <p:cNvSpPr/>
              <p:nvPr/>
            </p:nvSpPr>
            <p:spPr>
              <a:xfrm>
                <a:off x="0" y="0"/>
                <a:ext cx="3431721" cy="639440"/>
              </a:xfrm>
              <a:custGeom>
                <a:rect b="b" l="l" r="r" t="t"/>
                <a:pathLst>
                  <a:path extrusionOk="0" h="639440" w="3431721">
                    <a:moveTo>
                      <a:pt x="21390" y="0"/>
                    </a:moveTo>
                    <a:lnTo>
                      <a:pt x="3410331" y="0"/>
                    </a:lnTo>
                    <a:cubicBezTo>
                      <a:pt x="3416004" y="0"/>
                      <a:pt x="3421444" y="2254"/>
                      <a:pt x="3425456" y="6265"/>
                    </a:cubicBezTo>
                    <a:cubicBezTo>
                      <a:pt x="3429467" y="10276"/>
                      <a:pt x="3431721" y="15717"/>
                      <a:pt x="3431721" y="21390"/>
                    </a:cubicBezTo>
                    <a:lnTo>
                      <a:pt x="3431721" y="618050"/>
                    </a:lnTo>
                    <a:cubicBezTo>
                      <a:pt x="3431721" y="623723"/>
                      <a:pt x="3429467" y="629164"/>
                      <a:pt x="3425456" y="633175"/>
                    </a:cubicBezTo>
                    <a:cubicBezTo>
                      <a:pt x="3421444" y="637187"/>
                      <a:pt x="3416004" y="639440"/>
                      <a:pt x="3410331" y="639440"/>
                    </a:cubicBezTo>
                    <a:lnTo>
                      <a:pt x="21390" y="639440"/>
                    </a:lnTo>
                    <a:cubicBezTo>
                      <a:pt x="15717" y="639440"/>
                      <a:pt x="10276" y="637187"/>
                      <a:pt x="6265" y="633175"/>
                    </a:cubicBezTo>
                    <a:cubicBezTo>
                      <a:pt x="2254" y="629164"/>
                      <a:pt x="0" y="623723"/>
                      <a:pt x="0" y="618050"/>
                    </a:cubicBezTo>
                    <a:lnTo>
                      <a:pt x="0" y="21390"/>
                    </a:lnTo>
                    <a:cubicBezTo>
                      <a:pt x="0" y="15717"/>
                      <a:pt x="2254" y="10276"/>
                      <a:pt x="6265" y="6265"/>
                    </a:cubicBezTo>
                    <a:cubicBezTo>
                      <a:pt x="10276" y="2254"/>
                      <a:pt x="15717" y="0"/>
                      <a:pt x="21390" y="0"/>
                    </a:cubicBezTo>
                    <a:close/>
                  </a:path>
                </a:pathLst>
              </a:custGeom>
              <a:solidFill>
                <a:srgbClr val="C00C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4"/>
              <p:cNvSpPr txBox="1"/>
              <p:nvPr/>
            </p:nvSpPr>
            <p:spPr>
              <a:xfrm>
                <a:off x="0" y="9525"/>
                <a:ext cx="3431721" cy="629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71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2" name="Google Shape;162;p4"/>
          <p:cNvSpPr txBox="1"/>
          <p:nvPr/>
        </p:nvSpPr>
        <p:spPr>
          <a:xfrm>
            <a:off x="3896696" y="707388"/>
            <a:ext cx="10494608" cy="663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1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84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ESTADO AVANCE GENERAL</a:t>
            </a:r>
            <a:endParaRPr/>
          </a:p>
        </p:txBody>
      </p:sp>
      <p:grpSp>
        <p:nvGrpSpPr>
          <p:cNvPr id="163" name="Google Shape;163;p4"/>
          <p:cNvGrpSpPr/>
          <p:nvPr/>
        </p:nvGrpSpPr>
        <p:grpSpPr>
          <a:xfrm>
            <a:off x="-657402" y="10057534"/>
            <a:ext cx="19602803" cy="229466"/>
            <a:chOff x="0" y="0"/>
            <a:chExt cx="5162878" cy="60436"/>
          </a:xfrm>
        </p:grpSpPr>
        <p:sp>
          <p:nvSpPr>
            <p:cNvPr id="164" name="Google Shape;164;p4"/>
            <p:cNvSpPr/>
            <p:nvPr/>
          </p:nvSpPr>
          <p:spPr>
            <a:xfrm>
              <a:off x="0" y="0"/>
              <a:ext cx="5162878" cy="60436"/>
            </a:xfrm>
            <a:custGeom>
              <a:rect b="b" l="l" r="r" t="t"/>
              <a:pathLst>
                <a:path extrusionOk="0" h="60436" w="5162878">
                  <a:moveTo>
                    <a:pt x="0" y="0"/>
                  </a:moveTo>
                  <a:lnTo>
                    <a:pt x="5162878" y="0"/>
                  </a:lnTo>
                  <a:lnTo>
                    <a:pt x="5162878" y="60436"/>
                  </a:lnTo>
                  <a:lnTo>
                    <a:pt x="0" y="60436"/>
                  </a:lnTo>
                  <a:close/>
                </a:path>
              </a:pathLst>
            </a:custGeom>
            <a:solidFill>
              <a:srgbClr val="C00C00"/>
            </a:solidFill>
            <a:ln>
              <a:noFill/>
            </a:ln>
          </p:spPr>
        </p:sp>
        <p:sp>
          <p:nvSpPr>
            <p:cNvPr id="165" name="Google Shape;165;p4"/>
            <p:cNvSpPr txBox="1"/>
            <p:nvPr/>
          </p:nvSpPr>
          <p:spPr>
            <a:xfrm>
              <a:off x="0" y="9525"/>
              <a:ext cx="5162878" cy="50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7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5"/>
          <p:cNvGrpSpPr/>
          <p:nvPr/>
        </p:nvGrpSpPr>
        <p:grpSpPr>
          <a:xfrm>
            <a:off x="2629093" y="-479167"/>
            <a:ext cx="13029814" cy="3015734"/>
            <a:chOff x="0" y="0"/>
            <a:chExt cx="17373086" cy="4020979"/>
          </a:xfrm>
        </p:grpSpPr>
        <p:sp>
          <p:nvSpPr>
            <p:cNvPr id="171" name="Google Shape;171;p5"/>
            <p:cNvSpPr/>
            <p:nvPr/>
          </p:nvSpPr>
          <p:spPr>
            <a:xfrm>
              <a:off x="268906" y="2947730"/>
              <a:ext cx="16835274" cy="1073249"/>
            </a:xfrm>
            <a:custGeom>
              <a:rect b="b" l="l" r="r" t="t"/>
              <a:pathLst>
                <a:path extrusionOk="0" h="160302" w="2514545">
                  <a:moveTo>
                    <a:pt x="0" y="0"/>
                  </a:moveTo>
                  <a:lnTo>
                    <a:pt x="2514545" y="0"/>
                  </a:lnTo>
                  <a:lnTo>
                    <a:pt x="2514545" y="160302"/>
                  </a:lnTo>
                  <a:lnTo>
                    <a:pt x="0" y="160302"/>
                  </a:lnTo>
                  <a:close/>
                </a:path>
              </a:pathLst>
            </a:custGeom>
            <a:blipFill rotWithShape="1">
              <a:blip r:embed="rId4">
                <a:alphaModFix amt="60000"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172" name="Google Shape;172;p5"/>
            <p:cNvGrpSpPr/>
            <p:nvPr/>
          </p:nvGrpSpPr>
          <p:grpSpPr>
            <a:xfrm>
              <a:off x="0" y="0"/>
              <a:ext cx="17373086" cy="3237167"/>
              <a:chOff x="0" y="0"/>
              <a:chExt cx="3431721" cy="639440"/>
            </a:xfrm>
          </p:grpSpPr>
          <p:sp>
            <p:nvSpPr>
              <p:cNvPr id="173" name="Google Shape;173;p5"/>
              <p:cNvSpPr/>
              <p:nvPr/>
            </p:nvSpPr>
            <p:spPr>
              <a:xfrm>
                <a:off x="0" y="0"/>
                <a:ext cx="3431721" cy="639440"/>
              </a:xfrm>
              <a:custGeom>
                <a:rect b="b" l="l" r="r" t="t"/>
                <a:pathLst>
                  <a:path extrusionOk="0" h="639440" w="3431721">
                    <a:moveTo>
                      <a:pt x="21390" y="0"/>
                    </a:moveTo>
                    <a:lnTo>
                      <a:pt x="3410331" y="0"/>
                    </a:lnTo>
                    <a:cubicBezTo>
                      <a:pt x="3416004" y="0"/>
                      <a:pt x="3421444" y="2254"/>
                      <a:pt x="3425456" y="6265"/>
                    </a:cubicBezTo>
                    <a:cubicBezTo>
                      <a:pt x="3429467" y="10276"/>
                      <a:pt x="3431721" y="15717"/>
                      <a:pt x="3431721" y="21390"/>
                    </a:cubicBezTo>
                    <a:lnTo>
                      <a:pt x="3431721" y="618050"/>
                    </a:lnTo>
                    <a:cubicBezTo>
                      <a:pt x="3431721" y="623723"/>
                      <a:pt x="3429467" y="629164"/>
                      <a:pt x="3425456" y="633175"/>
                    </a:cubicBezTo>
                    <a:cubicBezTo>
                      <a:pt x="3421444" y="637187"/>
                      <a:pt x="3416004" y="639440"/>
                      <a:pt x="3410331" y="639440"/>
                    </a:cubicBezTo>
                    <a:lnTo>
                      <a:pt x="21390" y="639440"/>
                    </a:lnTo>
                    <a:cubicBezTo>
                      <a:pt x="15717" y="639440"/>
                      <a:pt x="10276" y="637187"/>
                      <a:pt x="6265" y="633175"/>
                    </a:cubicBezTo>
                    <a:cubicBezTo>
                      <a:pt x="2254" y="629164"/>
                      <a:pt x="0" y="623723"/>
                      <a:pt x="0" y="618050"/>
                    </a:cubicBezTo>
                    <a:lnTo>
                      <a:pt x="0" y="21390"/>
                    </a:lnTo>
                    <a:cubicBezTo>
                      <a:pt x="0" y="15717"/>
                      <a:pt x="2254" y="10276"/>
                      <a:pt x="6265" y="6265"/>
                    </a:cubicBezTo>
                    <a:cubicBezTo>
                      <a:pt x="10276" y="2254"/>
                      <a:pt x="15717" y="0"/>
                      <a:pt x="21390" y="0"/>
                    </a:cubicBezTo>
                    <a:close/>
                  </a:path>
                </a:pathLst>
              </a:custGeom>
              <a:solidFill>
                <a:srgbClr val="C00C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5"/>
              <p:cNvSpPr txBox="1"/>
              <p:nvPr/>
            </p:nvSpPr>
            <p:spPr>
              <a:xfrm>
                <a:off x="0" y="9525"/>
                <a:ext cx="3431721" cy="629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71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5" name="Google Shape;175;p5"/>
          <p:cNvSpPr txBox="1"/>
          <p:nvPr/>
        </p:nvSpPr>
        <p:spPr>
          <a:xfrm>
            <a:off x="3896696" y="707388"/>
            <a:ext cx="10494608" cy="663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1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84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PRÓXIMOS PASOS</a:t>
            </a:r>
            <a:endParaRPr/>
          </a:p>
        </p:txBody>
      </p:sp>
      <p:grpSp>
        <p:nvGrpSpPr>
          <p:cNvPr id="176" name="Google Shape;176;p5"/>
          <p:cNvGrpSpPr/>
          <p:nvPr/>
        </p:nvGrpSpPr>
        <p:grpSpPr>
          <a:xfrm>
            <a:off x="-657402" y="10057534"/>
            <a:ext cx="19602803" cy="229466"/>
            <a:chOff x="0" y="0"/>
            <a:chExt cx="5162878" cy="60436"/>
          </a:xfrm>
        </p:grpSpPr>
        <p:sp>
          <p:nvSpPr>
            <p:cNvPr id="177" name="Google Shape;177;p5"/>
            <p:cNvSpPr/>
            <p:nvPr/>
          </p:nvSpPr>
          <p:spPr>
            <a:xfrm>
              <a:off x="0" y="0"/>
              <a:ext cx="5162878" cy="60436"/>
            </a:xfrm>
            <a:custGeom>
              <a:rect b="b" l="l" r="r" t="t"/>
              <a:pathLst>
                <a:path extrusionOk="0" h="60436" w="5162878">
                  <a:moveTo>
                    <a:pt x="0" y="0"/>
                  </a:moveTo>
                  <a:lnTo>
                    <a:pt x="5162878" y="0"/>
                  </a:lnTo>
                  <a:lnTo>
                    <a:pt x="5162878" y="60436"/>
                  </a:lnTo>
                  <a:lnTo>
                    <a:pt x="0" y="60436"/>
                  </a:lnTo>
                  <a:close/>
                </a:path>
              </a:pathLst>
            </a:custGeom>
            <a:solidFill>
              <a:srgbClr val="C00C00"/>
            </a:solidFill>
            <a:ln>
              <a:noFill/>
            </a:ln>
          </p:spPr>
        </p:sp>
        <p:sp>
          <p:nvSpPr>
            <p:cNvPr id="178" name="Google Shape;178;p5"/>
            <p:cNvSpPr txBox="1"/>
            <p:nvPr/>
          </p:nvSpPr>
          <p:spPr>
            <a:xfrm>
              <a:off x="0" y="9525"/>
              <a:ext cx="5162878" cy="50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7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79" name="Google Shape;179;p5"/>
          <p:cNvGraphicFramePr/>
          <p:nvPr/>
        </p:nvGraphicFramePr>
        <p:xfrm>
          <a:off x="856005" y="2294083"/>
          <a:ext cx="18561536" cy="4946359"/>
        </p:xfrm>
        <a:graphic>
          <a:graphicData uri="http://schemas.openxmlformats.org/presentationml/2006/ole">
            <mc:AlternateContent>
              <mc:Choice Requires="v">
                <p:oleObj r:id="rId5" imgH="4946359" imgW="18561536" progId="Excel.Sheet.12" spid="_x0000_s1">
                  <p:embed/>
                </p:oleObj>
              </mc:Choice>
              <mc:Fallback>
                <p:oleObj r:id="rId6" imgH="4946359" imgW="18561536" progId="Excel.Sheet.12">
                  <p:embed/>
                  <p:pic>
                    <p:nvPicPr>
                      <p:cNvPr id="179" name="Google Shape;179;p5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856005" y="2294083"/>
                        <a:ext cx="18561536" cy="49463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6"/>
          <p:cNvGrpSpPr/>
          <p:nvPr/>
        </p:nvGrpSpPr>
        <p:grpSpPr>
          <a:xfrm>
            <a:off x="2629093" y="-479167"/>
            <a:ext cx="13029814" cy="3015734"/>
            <a:chOff x="0" y="0"/>
            <a:chExt cx="17373086" cy="4020979"/>
          </a:xfrm>
        </p:grpSpPr>
        <p:sp>
          <p:nvSpPr>
            <p:cNvPr id="185" name="Google Shape;185;p6"/>
            <p:cNvSpPr/>
            <p:nvPr/>
          </p:nvSpPr>
          <p:spPr>
            <a:xfrm>
              <a:off x="268906" y="2947730"/>
              <a:ext cx="16835274" cy="1073249"/>
            </a:xfrm>
            <a:custGeom>
              <a:rect b="b" l="l" r="r" t="t"/>
              <a:pathLst>
                <a:path extrusionOk="0" h="160302" w="2514545">
                  <a:moveTo>
                    <a:pt x="0" y="0"/>
                  </a:moveTo>
                  <a:lnTo>
                    <a:pt x="2514545" y="0"/>
                  </a:lnTo>
                  <a:lnTo>
                    <a:pt x="2514545" y="160302"/>
                  </a:lnTo>
                  <a:lnTo>
                    <a:pt x="0" y="160302"/>
                  </a:lnTo>
                  <a:close/>
                </a:path>
              </a:pathLst>
            </a:custGeom>
            <a:blipFill rotWithShape="1">
              <a:blip r:embed="rId4">
                <a:alphaModFix amt="60000"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186" name="Google Shape;186;p6"/>
            <p:cNvGrpSpPr/>
            <p:nvPr/>
          </p:nvGrpSpPr>
          <p:grpSpPr>
            <a:xfrm>
              <a:off x="0" y="0"/>
              <a:ext cx="17373086" cy="3237167"/>
              <a:chOff x="0" y="0"/>
              <a:chExt cx="3431721" cy="639440"/>
            </a:xfrm>
          </p:grpSpPr>
          <p:sp>
            <p:nvSpPr>
              <p:cNvPr id="187" name="Google Shape;187;p6"/>
              <p:cNvSpPr/>
              <p:nvPr/>
            </p:nvSpPr>
            <p:spPr>
              <a:xfrm>
                <a:off x="0" y="0"/>
                <a:ext cx="3431721" cy="639440"/>
              </a:xfrm>
              <a:custGeom>
                <a:rect b="b" l="l" r="r" t="t"/>
                <a:pathLst>
                  <a:path extrusionOk="0" h="639440" w="3431721">
                    <a:moveTo>
                      <a:pt x="21390" y="0"/>
                    </a:moveTo>
                    <a:lnTo>
                      <a:pt x="3410331" y="0"/>
                    </a:lnTo>
                    <a:cubicBezTo>
                      <a:pt x="3416004" y="0"/>
                      <a:pt x="3421444" y="2254"/>
                      <a:pt x="3425456" y="6265"/>
                    </a:cubicBezTo>
                    <a:cubicBezTo>
                      <a:pt x="3429467" y="10276"/>
                      <a:pt x="3431721" y="15717"/>
                      <a:pt x="3431721" y="21390"/>
                    </a:cubicBezTo>
                    <a:lnTo>
                      <a:pt x="3431721" y="618050"/>
                    </a:lnTo>
                    <a:cubicBezTo>
                      <a:pt x="3431721" y="623723"/>
                      <a:pt x="3429467" y="629164"/>
                      <a:pt x="3425456" y="633175"/>
                    </a:cubicBezTo>
                    <a:cubicBezTo>
                      <a:pt x="3421444" y="637187"/>
                      <a:pt x="3416004" y="639440"/>
                      <a:pt x="3410331" y="639440"/>
                    </a:cubicBezTo>
                    <a:lnTo>
                      <a:pt x="21390" y="639440"/>
                    </a:lnTo>
                    <a:cubicBezTo>
                      <a:pt x="15717" y="639440"/>
                      <a:pt x="10276" y="637187"/>
                      <a:pt x="6265" y="633175"/>
                    </a:cubicBezTo>
                    <a:cubicBezTo>
                      <a:pt x="2254" y="629164"/>
                      <a:pt x="0" y="623723"/>
                      <a:pt x="0" y="618050"/>
                    </a:cubicBezTo>
                    <a:lnTo>
                      <a:pt x="0" y="21390"/>
                    </a:lnTo>
                    <a:cubicBezTo>
                      <a:pt x="0" y="15717"/>
                      <a:pt x="2254" y="10276"/>
                      <a:pt x="6265" y="6265"/>
                    </a:cubicBezTo>
                    <a:cubicBezTo>
                      <a:pt x="10276" y="2254"/>
                      <a:pt x="15717" y="0"/>
                      <a:pt x="21390" y="0"/>
                    </a:cubicBezTo>
                    <a:close/>
                  </a:path>
                </a:pathLst>
              </a:custGeom>
              <a:solidFill>
                <a:srgbClr val="C00C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6"/>
              <p:cNvSpPr txBox="1"/>
              <p:nvPr/>
            </p:nvSpPr>
            <p:spPr>
              <a:xfrm>
                <a:off x="0" y="9525"/>
                <a:ext cx="3431721" cy="629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71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9" name="Google Shape;189;p6"/>
          <p:cNvGrpSpPr/>
          <p:nvPr/>
        </p:nvGrpSpPr>
        <p:grpSpPr>
          <a:xfrm>
            <a:off x="-657402" y="10057534"/>
            <a:ext cx="19602803" cy="229466"/>
            <a:chOff x="0" y="0"/>
            <a:chExt cx="5162878" cy="60436"/>
          </a:xfrm>
        </p:grpSpPr>
        <p:sp>
          <p:nvSpPr>
            <p:cNvPr id="190" name="Google Shape;190;p6"/>
            <p:cNvSpPr/>
            <p:nvPr/>
          </p:nvSpPr>
          <p:spPr>
            <a:xfrm>
              <a:off x="0" y="0"/>
              <a:ext cx="5162878" cy="60436"/>
            </a:xfrm>
            <a:custGeom>
              <a:rect b="b" l="l" r="r" t="t"/>
              <a:pathLst>
                <a:path extrusionOk="0" h="60436" w="5162878">
                  <a:moveTo>
                    <a:pt x="0" y="0"/>
                  </a:moveTo>
                  <a:lnTo>
                    <a:pt x="5162878" y="0"/>
                  </a:lnTo>
                  <a:lnTo>
                    <a:pt x="5162878" y="60436"/>
                  </a:lnTo>
                  <a:lnTo>
                    <a:pt x="0" y="60436"/>
                  </a:lnTo>
                  <a:close/>
                </a:path>
              </a:pathLst>
            </a:custGeom>
            <a:solidFill>
              <a:srgbClr val="C00C00"/>
            </a:solidFill>
            <a:ln>
              <a:noFill/>
            </a:ln>
          </p:spPr>
        </p:sp>
        <p:sp>
          <p:nvSpPr>
            <p:cNvPr id="191" name="Google Shape;191;p6"/>
            <p:cNvSpPr txBox="1"/>
            <p:nvPr/>
          </p:nvSpPr>
          <p:spPr>
            <a:xfrm>
              <a:off x="0" y="9525"/>
              <a:ext cx="5162878" cy="50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7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92" name="Google Shape;192;p6"/>
          <p:cNvGraphicFramePr/>
          <p:nvPr/>
        </p:nvGraphicFramePr>
        <p:xfrm>
          <a:off x="517747" y="2214982"/>
          <a:ext cx="12134404" cy="6879404"/>
        </p:xfrm>
        <a:graphic>
          <a:graphicData uri="http://schemas.openxmlformats.org/presentationml/2006/ole">
            <mc:AlternateContent>
              <mc:Choice Requires="v">
                <p:oleObj r:id="rId5" imgH="6879404" imgW="12134404" progId="Excel.Sheet.12" spid="_x0000_s1">
                  <p:embed/>
                </p:oleObj>
              </mc:Choice>
              <mc:Fallback>
                <p:oleObj r:id="rId6" imgH="6879404" imgW="12134404" progId="Excel.Sheet.12">
                  <p:embed/>
                  <p:pic>
                    <p:nvPicPr>
                      <p:cNvPr id="192" name="Google Shape;192;p6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17747" y="2214982"/>
                        <a:ext cx="12134404" cy="68794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3" name="Google Shape;193;p6"/>
          <p:cNvSpPr txBox="1"/>
          <p:nvPr/>
        </p:nvSpPr>
        <p:spPr>
          <a:xfrm>
            <a:off x="3896696" y="707388"/>
            <a:ext cx="10494608" cy="663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1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84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PRINCIPALES RIESGOS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